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9C75-E35A-40EF-BBE9-C838FCDCE14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7C75-5191-4D86-BF8D-E618D946C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789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9C75-E35A-40EF-BBE9-C838FCDCE14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7C75-5191-4D86-BF8D-E618D946C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63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9C75-E35A-40EF-BBE9-C838FCDCE14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7C75-5191-4D86-BF8D-E618D946C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26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9C75-E35A-40EF-BBE9-C838FCDCE14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7C75-5191-4D86-BF8D-E618D946C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9C75-E35A-40EF-BBE9-C838FCDCE14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7C75-5191-4D86-BF8D-E618D946C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021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9C75-E35A-40EF-BBE9-C838FCDCE14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7C75-5191-4D86-BF8D-E618D946C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04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9C75-E35A-40EF-BBE9-C838FCDCE14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7C75-5191-4D86-BF8D-E618D946C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064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9C75-E35A-40EF-BBE9-C838FCDCE14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7C75-5191-4D86-BF8D-E618D946C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26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9C75-E35A-40EF-BBE9-C838FCDCE14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7C75-5191-4D86-BF8D-E618D946C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392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9C75-E35A-40EF-BBE9-C838FCDCE14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7C75-5191-4D86-BF8D-E618D946C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81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9C75-E35A-40EF-BBE9-C838FCDCE14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7C75-5191-4D86-BF8D-E618D946C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56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59C75-E35A-40EF-BBE9-C838FCDCE14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57C75-5191-4D86-BF8D-E618D946C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095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909"/>
          <a:stretch/>
        </p:blipFill>
        <p:spPr>
          <a:xfrm>
            <a:off x="0" y="0"/>
            <a:ext cx="12180072" cy="64008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191" y="803893"/>
            <a:ext cx="1057423" cy="11241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272" y="817340"/>
            <a:ext cx="1129429" cy="11375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350" y="830787"/>
            <a:ext cx="888844" cy="1170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51854" y="1954894"/>
            <a:ext cx="1452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Ray </a:t>
            </a:r>
            <a:r>
              <a:rPr lang="en-US" dirty="0" err="1" smtClean="0"/>
              <a:t>GIlliam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191142" y="1968341"/>
            <a:ext cx="1452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Rhonda Bean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008204" y="1941448"/>
            <a:ext cx="1495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Bruno Shepard</a:t>
            </a:r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365509" y="363070"/>
            <a:ext cx="3874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Total Settlement Leaders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86980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_</dc:creator>
  <cp:lastModifiedBy>_</cp:lastModifiedBy>
  <cp:revision>7</cp:revision>
  <dcterms:created xsi:type="dcterms:W3CDTF">2026-03-19T13:37:59Z</dcterms:created>
  <dcterms:modified xsi:type="dcterms:W3CDTF">2026-03-19T13:52:40Z</dcterms:modified>
</cp:coreProperties>
</file>